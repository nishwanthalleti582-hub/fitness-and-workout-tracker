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548640"/>
            <a:ext cx="2011680" cy="2011680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103120"/>
            <a:ext cx="1097280" cy="1097280"/>
          </a:xfrm>
          <a:prstGeom prst="ellipse">
            <a:avLst/>
          </a:prstGeom>
          <a:solidFill>
            <a:srgbClr val="64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4114800"/>
            <a:ext cx="2743200" cy="2743200"/>
          </a:xfrm>
          <a:prstGeom prst="ellipse">
            <a:avLst/>
          </a:prstGeom>
          <a:solidFill>
            <a:srgbClr val="224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FITNESS &amp;</a:t>
            </a:r>
            <a:br/>
            <a:r>
              <a:t>WORKOUT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DCF8EC"/>
                </a:solidFill>
                <a:latin typeface="Aptos"/>
              </a:defRPr>
            </a:pPr>
            <a:r>
              <a:t>Application Development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Track workouts • Build habits • Reach your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ABECD"/>
                </a:solidFill>
                <a:latin typeface="Aptos"/>
              </a:defRPr>
            </a:pPr>
            <a:r>
              <a:t>HTML  |  CSS  | 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What is the Fitness and Workout Tracker?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09928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00200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A web application for recording daily exercise and activity.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95144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Helps users monitor workout duration, exercises and personal goals.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990088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Presents fitness information in a clear dashboard.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94760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85032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Encourages consistency and healthier everyday habits.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Why is this application useful?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09928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00200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People may forget their workout routines or progress.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95144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Tracking exercise manually can be inconvenient.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990088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Fitness goals are harder to follow without visible progress.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94760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85032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A single dashboard can make daily tracking simpler.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What the project aims to achieve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09928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00200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Record workouts, exercise type and duration.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95144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Set and monitor daily fitness goals.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990088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Display workout history and progress summaries.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94760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85032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Provide a simple, responsive interface for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4. 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Core modules of the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6636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556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3BE8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402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2233A"/>
                </a:solidFill>
                <a:latin typeface="Aptos"/>
              </a:defRPr>
            </a:pPr>
            <a:r>
              <a:t>Daily workout summary</a:t>
            </a:r>
            <a:br/>
            <a:r>
              <a:t>and goal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6636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556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3BE82"/>
                </a:solidFill>
                <a:latin typeface="Aptos"/>
              </a:defRPr>
            </a:pPr>
            <a:r>
              <a:t>Workout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2402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2233A"/>
                </a:solidFill>
                <a:latin typeface="Aptos"/>
              </a:defRPr>
            </a:pPr>
            <a:r>
              <a:t>Add exercise, duration</a:t>
            </a:r>
            <a:br/>
            <a:r>
              <a:t>and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516636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8130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3BE82"/>
                </a:solidFill>
                <a:latin typeface="Aptos"/>
              </a:defRPr>
            </a:pPr>
            <a: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2976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2233A"/>
                </a:solidFill>
                <a:latin typeface="Aptos"/>
              </a:defRPr>
            </a:pPr>
            <a:r>
              <a:t>Set targets and</a:t>
            </a:r>
            <a:br/>
            <a:r>
              <a:t>track completion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11880"/>
            <a:ext cx="516636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A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8130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3BE82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2976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2233A"/>
                </a:solidFill>
                <a:latin typeface="Aptos"/>
              </a:defRPr>
            </a:pPr>
            <a:r>
              <a:t>Review saved workouts</a:t>
            </a:r>
            <a:br/>
            <a:r>
              <a:t>and weekly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5.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A beginner-friendly web development stack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09928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00200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2233A"/>
                </a:solidFill>
                <a:latin typeface="Aptos"/>
              </a:defRPr>
            </a:pPr>
            <a:r>
              <a:t>HTML — creates the structure of the website.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95144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2233A"/>
                </a:solidFill>
                <a:latin typeface="Aptos"/>
              </a:defRPr>
            </a:pPr>
            <a:r>
              <a:t>CSS — styles the layout, colors and responsive design.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990088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2233A"/>
                </a:solidFill>
                <a:latin typeface="Aptos"/>
              </a:defRPr>
            </a:pPr>
            <a:r>
              <a:t>JavaScript — handles workout entries, goals and calculations.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94760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85032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2233A"/>
                </a:solidFill>
                <a:latin typeface="Aptos"/>
              </a:defRPr>
            </a:pPr>
            <a:r>
              <a:t>Browser localStorage — saves entries on the same device/browser.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BE82"/>
                </a:solidFill>
                <a:latin typeface="Aptos"/>
              </a:defRPr>
            </a:pPr>
            <a:r>
              <a:t>Note: this version works without a server or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6. How the Application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Simple user flow</a:t>
            </a:r>
          </a:p>
        </p:txBody>
      </p:sp>
      <p:sp>
        <p:nvSpPr>
          <p:cNvPr id="5" name="Oval 4"/>
          <p:cNvSpPr/>
          <p:nvPr/>
        </p:nvSpPr>
        <p:spPr>
          <a:xfrm>
            <a:off x="1252728" y="2057400"/>
            <a:ext cx="1005840" cy="1005840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2677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Open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23042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F6C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133087" y="2057400"/>
            <a:ext cx="1005840" cy="1005840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7" y="22677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Enter workout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3042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F6C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7013448" y="2057400"/>
            <a:ext cx="1005840" cy="1005840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22677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Save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042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F6C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893808" y="2057400"/>
            <a:ext cx="1005840" cy="1005840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8" y="22677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View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F6C7A"/>
                </a:solidFill>
                <a:latin typeface="Aptos"/>
              </a:defRPr>
            </a:pPr>
            <a:r>
              <a:t>Workout details are stored in the browser and used to update the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7.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What the completed website will provide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09928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00200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A dashboard with workout count, minutes and goal progress.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95144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A form to add and remove workout records.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990088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Daily goal tracking and a recent workout list.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94760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85032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A layout that adapts to desktop and mobile screens.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A"/>
                </a:solidFill>
                <a:latin typeface="Aptos"/>
              </a:defRPr>
            </a:pPr>
            <a:r>
              <a:t>8.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A"/>
                </a:solidFill>
                <a:latin typeface="Aptos"/>
              </a:defRPr>
            </a:pPr>
            <a:r>
              <a:t>Ideas for a later version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09928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00200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User login and cloud-based data storage.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04872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95144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Step counter and integration with wearable devices.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990088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Exercise videos and personalized workout plans.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94760"/>
            <a:ext cx="146304" cy="146304"/>
          </a:xfrm>
          <a:prstGeom prst="ellipse">
            <a:avLst/>
          </a:prstGeom>
          <a:solidFill>
            <a:srgbClr val="43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85032"/>
            <a:ext cx="10104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2233A"/>
                </a:solidFill>
                <a:latin typeface="Aptos"/>
              </a:defRPr>
            </a:pPr>
            <a:r>
              <a:t>Nutrition tracking and reminders.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DCF8EC"/>
                </a:solidFill>
                <a:latin typeface="Aptos"/>
              </a:defRPr>
            </a:pPr>
            <a:r>
              <a:t>The Fitness and Workout Tracker makes exercise logging simple and helps users review their activity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ABECD"/>
                </a:solidFill>
                <a:latin typeface="Aptos"/>
              </a:defRPr>
            </a:pPr>
            <a:r>
              <a:t>Application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